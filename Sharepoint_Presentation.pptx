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58596-31ED-72AB-A81C-ED7DD338F98B}" v="80" dt="2026-03-29T21:35:44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2F251-5B44-41DC-9798-80DC8F619D51}" type="datetimeFigureOut">
              <a:t>29/03/2026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9E2D0-76C8-46CF-AE79-85F4219732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6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Microsoft SharePoint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i="1">
                <a:solidFill>
                  <a:srgbClr val="02C39A"/>
                </a:solidFill>
              </a:rPr>
              <a:t>Skills Development For IT</a:t>
            </a: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>
                <a:solidFill>
                  <a:srgbClr val="F5F5F5"/>
                </a:solidFill>
              </a:rPr>
              <a:t>Presented by: Mario Fernandez – Fernando Torres</a:t>
            </a:r>
            <a:endParaRPr lang="en-US" sz="1400" b="1">
              <a:solidFill>
                <a:srgbClr val="02C39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121"/>
                </a:solidFill>
              </a:rPr>
              <a:t>What is SharePoint?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12121"/>
                </a:solidFill>
              </a:rPr>
              <a:t>SharePoint is Microsoft's cloud-based collaboration platform that enables teams to store, organize, share, and access information from any device.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Document Management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Centralized storage for files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Team Collaboration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Work together in real-time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Business Intelligence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Track and analyze data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121"/>
                </a:solidFill>
              </a:rPr>
              <a:t>Why Use SharePoint?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88620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9144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Centralized Access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All your files in one secure location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388620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463040"/>
            <a:ext cx="9144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5074920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15000" y="17373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Version Control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Track changes and restore previous versions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88620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91840"/>
            <a:ext cx="9144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Real-Time Collaboration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Multiple people can work simultaneously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3291840"/>
            <a:ext cx="388620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3291840"/>
            <a:ext cx="9144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5074920" y="3520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15000" y="35661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Integration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Works seamlessly with Microsoft 365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121"/>
                </a:solidFill>
              </a:rPr>
              <a:t>SharePoint Sites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</a:rPr>
              <a:t>Sites are the foundation of SharePoint - they're workspaces where teams collaborate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255" y="2019509"/>
            <a:ext cx="4114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363255" y="2019509"/>
            <a:ext cx="4114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3255" y="2019509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Team Site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6135" y="2751029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For project teams and departments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575" y="3299669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Shared document library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Team calendar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Discussion boards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Task lists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4337" y="2035166"/>
            <a:ext cx="4114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794337" y="2035166"/>
            <a:ext cx="41148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94337" y="203516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Communication Site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77217" y="276668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For broadcasting news and information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68657" y="3315326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Company announcements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Policy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News articles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Executive communications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121"/>
                </a:solidFill>
              </a:rPr>
              <a:t>Getting Started: Quick Guide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2743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Access SharePoint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Go to office.com → Click SharePoint icon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2240280"/>
            <a:ext cx="2743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Navigate Your Site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Find your team site from the homepage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2743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Upload Documents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Click 'Documents' → Upload → Select files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05840" y="3520440"/>
            <a:ext cx="2743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Share &amp; Collaborate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Click 'Share' → Add team members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05840" y="4160520"/>
            <a:ext cx="2743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Co-Author Files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Open documents in Office Online to edit together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121"/>
                </a:solidFill>
              </a:rPr>
              <a:t>Key Features to Know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1031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Document Libraries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Organize files by project/department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Set permissions and access levels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View file history and metadata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Lists &amp; Calendars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Create custom lists for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Shared team calendars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Automated workflows and alerts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Integration Power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Microsoft Teams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OneDrive sync for offline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</a:rPr>
              <a:t>Works with Outlook, Word, Excel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121"/>
                </a:solidFill>
              </a:rPr>
              <a:t>SharePoint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Organize Logically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Use clear folder structure and naming conventions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Manage Permissions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Give access only to those who need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Use Metadata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Tag documents for easy searching and filtering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Check Versions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Review version history before major changes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65176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616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Communicate Changes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Use alerts to notify team of updates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017520"/>
            <a:ext cx="265176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🗑️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9224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Clean Regularly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Archive or delete outdated content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>Ready to use it?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</a:rPr>
              <a:t>SharePoint empowers teams to work </a:t>
            </a:r>
            <a:r>
              <a:rPr lang="en-US" sz="2000" i="1">
                <a:solidFill>
                  <a:srgbClr val="02C39A"/>
                </a:solidFill>
              </a:rPr>
              <a:t>together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20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9371" y="329027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</a:rPr>
              <a:t>Thank you for your attention!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Training Presentation</dc:title>
  <dc:subject>PptxGenJS Presentation</dc:subject>
  <dc:creator>St. Clair College</dc:creator>
  <cp:lastModifiedBy>St. Clair College</cp:lastModifiedBy>
  <cp:revision>23</cp:revision>
  <dcterms:created xsi:type="dcterms:W3CDTF">2026-03-29T20:18:28Z</dcterms:created>
  <dcterms:modified xsi:type="dcterms:W3CDTF">2026-03-29T22:06:29Z</dcterms:modified>
</cp:coreProperties>
</file>